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5" r:id="rId6"/>
    <p:sldId id="259" r:id="rId7"/>
    <p:sldId id="266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61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66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09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10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3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2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6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5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19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60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2734-63CB-4350-8F1A-26CE124CFF8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45A11-0DD6-4893-8038-F8B420457F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6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</p:pic>
      <p:sp>
        <p:nvSpPr>
          <p:cNvPr id="5" name="Oval 4"/>
          <p:cNvSpPr/>
          <p:nvPr/>
        </p:nvSpPr>
        <p:spPr>
          <a:xfrm>
            <a:off x="5782614" y="90152"/>
            <a:ext cx="631065" cy="70833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110" y="90152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5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72937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260" y="0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6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13586" y="735201"/>
            <a:ext cx="11163735" cy="363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presentation will guide college students through leveraging Perplexity AI for robust, citation-backed research, contrasting it with traditional search engines and chatbots.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25" name="Text 18"/>
          <p:cNvSpPr/>
          <p:nvPr/>
        </p:nvSpPr>
        <p:spPr>
          <a:xfrm>
            <a:off x="3290818" y="342770"/>
            <a:ext cx="498574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1: Theory (The Mechanics of AI Research)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18006" y="1860310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54779" y="1936748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0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973215" y="1881562"/>
            <a:ext cx="311169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Perplexity's Research-Focused Design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9" name="Text 22"/>
          <p:cNvSpPr/>
          <p:nvPr/>
        </p:nvSpPr>
        <p:spPr>
          <a:xfrm>
            <a:off x="305413" y="2203151"/>
            <a:ext cx="566358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"Generate a slide for college students explaining the difference between a 'Chatbot' (like ChatGPT) and an 'Answer Engine' (like Perplexity). Focus on why citations are the default setting for research."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0" name="Text 23"/>
          <p:cNvSpPr/>
          <p:nvPr/>
        </p:nvSpPr>
        <p:spPr>
          <a:xfrm>
            <a:off x="305413" y="3117850"/>
            <a:ext cx="5789872" cy="52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"Create a visual breakdown of the Perplexity UI, highlighting the 'Pro Search' toggle and 'Focus' modes, explaining how these reduce AI hallucinations compared to standard LLMs."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1" name="Shape 24"/>
          <p:cNvSpPr/>
          <p:nvPr/>
        </p:nvSpPr>
        <p:spPr>
          <a:xfrm>
            <a:off x="6612036" y="1791512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663055" y="186323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0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3" name="Text 26"/>
          <p:cNvSpPr/>
          <p:nvPr/>
        </p:nvSpPr>
        <p:spPr>
          <a:xfrm>
            <a:off x="6932374" y="1863234"/>
            <a:ext cx="327517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Systems and Source Verification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4" name="Text 27"/>
          <p:cNvSpPr/>
          <p:nvPr/>
        </p:nvSpPr>
        <p:spPr>
          <a:xfrm>
            <a:off x="6641979" y="2310525"/>
            <a:ext cx="5135341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"Draft a slide on 'How to read an AI-generated footnote.' Explain the process of clicking through to the primary source to ensure the AI hasn't taken the quote out of context."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5" name="Text 28"/>
          <p:cNvSpPr/>
          <p:nvPr/>
        </p:nvSpPr>
        <p:spPr>
          <a:xfrm>
            <a:off x="6631437" y="3242484"/>
            <a:ext cx="5156424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"Explain the 'Source Transparency' feature in Perplexity. Write two bullet points on how students can use the 'View Sources' list to build a preliminary bibliography."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6" name="Shape 29"/>
          <p:cNvSpPr/>
          <p:nvPr/>
        </p:nvSpPr>
        <p:spPr>
          <a:xfrm>
            <a:off x="400485" y="4017235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65291" y="408747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0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8" name="Text 31"/>
          <p:cNvSpPr/>
          <p:nvPr/>
        </p:nvSpPr>
        <p:spPr>
          <a:xfrm>
            <a:off x="973215" y="4044838"/>
            <a:ext cx="220075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vs. Web Sources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39" name="Text 32"/>
          <p:cNvSpPr/>
          <p:nvPr/>
        </p:nvSpPr>
        <p:spPr>
          <a:xfrm>
            <a:off x="305413" y="4342525"/>
            <a:ext cx="5663587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"Create a comparison table for a multi-disciplinary audience: When to use 'Academic' focus (e.g., PubMed for bio students) vs. 'Social' or 'Web' focus for current market trends."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0" name="Text 33"/>
          <p:cNvSpPr/>
          <p:nvPr/>
        </p:nvSpPr>
        <p:spPr>
          <a:xfrm>
            <a:off x="305414" y="5169619"/>
            <a:ext cx="578987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"Draft a slide titled 'The Credibility Gap.' Discuss the hierarchy of sources—from peer-reviewed journals found in Perplexity’s Academic mode to blog posts—and why it matters for college-level essays."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1" name="Shape 34"/>
          <p:cNvSpPr/>
          <p:nvPr/>
        </p:nvSpPr>
        <p:spPr>
          <a:xfrm>
            <a:off x="6612036" y="4158242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654541" y="4232941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0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43" name="Text 36"/>
          <p:cNvSpPr/>
          <p:nvPr/>
        </p:nvSpPr>
        <p:spPr>
          <a:xfrm>
            <a:off x="6923860" y="4232941"/>
            <a:ext cx="336863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Fact-Checking and Reliability Assessment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44" name="Text 37"/>
          <p:cNvSpPr/>
          <p:nvPr/>
        </p:nvSpPr>
        <p:spPr>
          <a:xfrm>
            <a:off x="6663055" y="4642437"/>
            <a:ext cx="5414645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"Develop a 'Red Flag Checklist' for AI results. Include tips like checking for circular reporting (AI citing AI) and verifying the date of the source to ensure info isn't outdated."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5" name="Text 38"/>
          <p:cNvSpPr/>
          <p:nvPr/>
        </p:nvSpPr>
        <p:spPr>
          <a:xfrm>
            <a:off x="6838910" y="5512482"/>
            <a:ext cx="523879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"Generate a slide on the 'Trust but Verify' model. Explain how to use the 'Related Questions' feature in Perplexity to cross-reference a claim across different domains."</a:t>
            </a:r>
            <a:endParaRPr lang="en-US" sz="1200" dirty="0">
              <a:solidFill>
                <a:prstClr val="black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23" y="-29573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0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23" y="43153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3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9"/>
          <p:cNvSpPr/>
          <p:nvPr/>
        </p:nvSpPr>
        <p:spPr>
          <a:xfrm>
            <a:off x="3695700" y="199507"/>
            <a:ext cx="344304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2: Practical (Hands-on Lab)</a:t>
            </a:r>
            <a:endParaRPr lang="en-US" sz="1750" dirty="0"/>
          </a:p>
        </p:txBody>
      </p:sp>
      <p:sp>
        <p:nvSpPr>
          <p:cNvPr id="5" name="Shape 40"/>
          <p:cNvSpPr/>
          <p:nvPr/>
        </p:nvSpPr>
        <p:spPr>
          <a:xfrm>
            <a:off x="284201" y="935276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41"/>
          <p:cNvSpPr/>
          <p:nvPr/>
        </p:nvSpPr>
        <p:spPr>
          <a:xfrm>
            <a:off x="347305" y="100278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2"/>
          <p:cNvSpPr/>
          <p:nvPr/>
        </p:nvSpPr>
        <p:spPr>
          <a:xfrm>
            <a:off x="824469" y="977226"/>
            <a:ext cx="239970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Query Development</a:t>
            </a:r>
            <a:endParaRPr lang="en-US" sz="1400" dirty="0"/>
          </a:p>
        </p:txBody>
      </p:sp>
      <p:sp>
        <p:nvSpPr>
          <p:cNvPr id="8" name="Text 43"/>
          <p:cNvSpPr/>
          <p:nvPr/>
        </p:nvSpPr>
        <p:spPr>
          <a:xfrm>
            <a:off x="411776" y="1382536"/>
            <a:ext cx="547534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"Create a 'Prompt Level-Up' slide. Show a basic prompt ('Tell me about climate change') vs. a multi-disciplinary research prompt ('Analyze the economic impact of carbon taxes on EU agriculture using data from 2020-2024')."</a:t>
            </a:r>
            <a:endParaRPr lang="en-US" sz="1200" dirty="0"/>
          </a:p>
        </p:txBody>
      </p:sp>
      <p:sp>
        <p:nvSpPr>
          <p:cNvPr id="9" name="Text 44"/>
          <p:cNvSpPr/>
          <p:nvPr/>
        </p:nvSpPr>
        <p:spPr>
          <a:xfrm>
            <a:off x="411776" y="2658676"/>
            <a:ext cx="556992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"Draft an exercise: 'The Perspective Shift.' Instructions for students to ask Perplexity to explain a single topic (e.g., 'Blockchain') from three different disciplinary lenses: Computer Science, Economics, and Ethics."</a:t>
            </a:r>
            <a:endParaRPr lang="en-US" sz="1200" dirty="0"/>
          </a:p>
        </p:txBody>
      </p:sp>
      <p:sp>
        <p:nvSpPr>
          <p:cNvPr id="10" name="Shape 45"/>
          <p:cNvSpPr/>
          <p:nvPr/>
        </p:nvSpPr>
        <p:spPr>
          <a:xfrm>
            <a:off x="5955784" y="914082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1" name="Text 46"/>
          <p:cNvSpPr/>
          <p:nvPr/>
        </p:nvSpPr>
        <p:spPr>
          <a:xfrm>
            <a:off x="5998289" y="935276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47"/>
          <p:cNvSpPr/>
          <p:nvPr/>
        </p:nvSpPr>
        <p:spPr>
          <a:xfrm>
            <a:off x="6526749" y="968969"/>
            <a:ext cx="226183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Evaluation Exercises</a:t>
            </a:r>
            <a:endParaRPr lang="en-US" sz="1300" dirty="0"/>
          </a:p>
        </p:txBody>
      </p:sp>
      <p:sp>
        <p:nvSpPr>
          <p:cNvPr id="13" name="Text 48"/>
          <p:cNvSpPr/>
          <p:nvPr/>
        </p:nvSpPr>
        <p:spPr>
          <a:xfrm>
            <a:off x="6083300" y="1318345"/>
            <a:ext cx="51966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"Design a 5-minute 'Source Audit' activity. Ask students to run a query on a controversial topic and identify if any of the top 5 sources provided by the AI have a commercial bias."</a:t>
            </a:r>
            <a:endParaRPr lang="en-US" sz="1200" dirty="0"/>
          </a:p>
        </p:txBody>
      </p:sp>
      <p:sp>
        <p:nvSpPr>
          <p:cNvPr id="14" name="Text 49"/>
          <p:cNvSpPr/>
          <p:nvPr/>
        </p:nvSpPr>
        <p:spPr>
          <a:xfrm>
            <a:off x="6097151" y="2747728"/>
            <a:ext cx="516890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"Create a slide with a 'Critique the AI' task. Provide a sample AI response and ask students to find one sentence that is a 'generalization' and find a source via Perplexity to make it 'specific'."</a:t>
            </a:r>
            <a:endParaRPr lang="en-US" sz="1200" dirty="0"/>
          </a:p>
        </p:txBody>
      </p:sp>
      <p:sp>
        <p:nvSpPr>
          <p:cNvPr id="15" name="Shape 50"/>
          <p:cNvSpPr/>
          <p:nvPr/>
        </p:nvSpPr>
        <p:spPr>
          <a:xfrm>
            <a:off x="284201" y="4057913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6" name="Text 51"/>
          <p:cNvSpPr/>
          <p:nvPr/>
        </p:nvSpPr>
        <p:spPr>
          <a:xfrm>
            <a:off x="326767" y="4100418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52"/>
          <p:cNvSpPr/>
          <p:nvPr/>
        </p:nvSpPr>
        <p:spPr>
          <a:xfrm>
            <a:off x="862787" y="4079166"/>
            <a:ext cx="266819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Tracking and Verification</a:t>
            </a:r>
            <a:endParaRPr lang="en-US" sz="1400" dirty="0"/>
          </a:p>
        </p:txBody>
      </p:sp>
      <p:sp>
        <p:nvSpPr>
          <p:cNvPr id="18" name="Text 53"/>
          <p:cNvSpPr/>
          <p:nvPr/>
        </p:nvSpPr>
        <p:spPr>
          <a:xfrm>
            <a:off x="321338" y="4590243"/>
            <a:ext cx="534439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"Write a step-by-step guide for the slide: 'Exporting Your Research.' Explain how to copy-paste citations into citation managers like Zotero or Mendeley."</a:t>
            </a:r>
            <a:endParaRPr lang="en-US" sz="1200" dirty="0"/>
          </a:p>
        </p:txBody>
      </p:sp>
      <p:sp>
        <p:nvSpPr>
          <p:cNvPr id="19" name="Text 54"/>
          <p:cNvSpPr/>
          <p:nvPr/>
        </p:nvSpPr>
        <p:spPr>
          <a:xfrm>
            <a:off x="321338" y="5700277"/>
            <a:ext cx="5487431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"Draft a 'Reverse Search' exercise: Give students a claim and have them use Perplexity to find the original study or government report that first published that data."</a:t>
            </a:r>
            <a:endParaRPr lang="en-US" sz="1200" dirty="0"/>
          </a:p>
        </p:txBody>
      </p:sp>
      <p:sp>
        <p:nvSpPr>
          <p:cNvPr id="20" name="Shape 55"/>
          <p:cNvSpPr/>
          <p:nvPr/>
        </p:nvSpPr>
        <p:spPr>
          <a:xfrm>
            <a:off x="5955784" y="4036661"/>
            <a:ext cx="255151" cy="255151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1" name="Text 56"/>
          <p:cNvSpPr/>
          <p:nvPr/>
        </p:nvSpPr>
        <p:spPr>
          <a:xfrm>
            <a:off x="5998289" y="4057854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57"/>
          <p:cNvSpPr/>
          <p:nvPr/>
        </p:nvSpPr>
        <p:spPr>
          <a:xfrm>
            <a:off x="6526749" y="4043215"/>
            <a:ext cx="252341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Research Projects</a:t>
            </a:r>
            <a:endParaRPr lang="en-US" sz="1300" dirty="0"/>
          </a:p>
        </p:txBody>
      </p:sp>
      <p:sp>
        <p:nvSpPr>
          <p:cNvPr id="23" name="Text 58"/>
          <p:cNvSpPr/>
          <p:nvPr/>
        </p:nvSpPr>
        <p:spPr>
          <a:xfrm>
            <a:off x="6097151" y="4696415"/>
            <a:ext cx="5523349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1: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"Generate a 'Battle of the Engines' project slide. Instructions: Compare a search on Google Scholar vs. Perplexity Academic. Which gave faster results? Which gave more diverse perspectives?"</a:t>
            </a:r>
            <a:endParaRPr lang="en-US" sz="1200" dirty="0"/>
          </a:p>
        </p:txBody>
      </p:sp>
      <p:sp>
        <p:nvSpPr>
          <p:cNvPr id="24" name="Text 59"/>
          <p:cNvSpPr/>
          <p:nvPr/>
        </p:nvSpPr>
        <p:spPr>
          <a:xfrm>
            <a:off x="6168310" y="5742753"/>
            <a:ext cx="570618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2:</a:t>
            </a: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"Create a 'Project Roadmap' slide for a 15-minute mini-research task: Use Perplexity to find 3 sources, verify them, and write a 1-paragraph summary with proper in-text citations."</a:t>
            </a:r>
            <a:endParaRPr lang="en-US" sz="12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23" y="7417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4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2"/>
            <a:ext cx="12192000" cy="6813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961" y="22412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60"/>
          <p:cNvSpPr/>
          <p:nvPr/>
        </p:nvSpPr>
        <p:spPr>
          <a:xfrm>
            <a:off x="1499037" y="658932"/>
            <a:ext cx="23179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</a:t>
            </a:r>
            <a:r>
              <a:rPr lang="en-US" sz="1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Discipline</a:t>
            </a:r>
            <a:endParaRPr lang="en-US" sz="1750" dirty="0"/>
          </a:p>
        </p:txBody>
      </p:sp>
      <p:sp>
        <p:nvSpPr>
          <p:cNvPr id="11" name="Shape 61"/>
          <p:cNvSpPr/>
          <p:nvPr/>
        </p:nvSpPr>
        <p:spPr>
          <a:xfrm>
            <a:off x="1499037" y="1243330"/>
            <a:ext cx="3187263" cy="1499869"/>
          </a:xfrm>
          <a:prstGeom prst="roundRect">
            <a:avLst>
              <a:gd name="adj" fmla="val 11645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12" name="Text 62"/>
          <p:cNvSpPr/>
          <p:nvPr/>
        </p:nvSpPr>
        <p:spPr>
          <a:xfrm>
            <a:off x="2399388" y="143887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3" name="Text 63"/>
          <p:cNvSpPr/>
          <p:nvPr/>
        </p:nvSpPr>
        <p:spPr>
          <a:xfrm>
            <a:off x="1662392" y="1636913"/>
            <a:ext cx="3023908" cy="83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"Explain how neural networks function with real-world applications illustrated through case studies"</a:t>
            </a:r>
            <a:endParaRPr lang="en-US" sz="1200" dirty="0"/>
          </a:p>
        </p:txBody>
      </p:sp>
      <p:sp>
        <p:nvSpPr>
          <p:cNvPr id="14" name="Shape 64"/>
          <p:cNvSpPr/>
          <p:nvPr/>
        </p:nvSpPr>
        <p:spPr>
          <a:xfrm>
            <a:off x="4390868" y="3136900"/>
            <a:ext cx="3305332" cy="1574800"/>
          </a:xfrm>
          <a:prstGeom prst="roundRect">
            <a:avLst>
              <a:gd name="adj" fmla="val 11645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15" name="Text 65"/>
          <p:cNvSpPr/>
          <p:nvPr/>
        </p:nvSpPr>
        <p:spPr>
          <a:xfrm>
            <a:off x="5533829" y="330071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16" name="Text 66"/>
          <p:cNvSpPr/>
          <p:nvPr/>
        </p:nvSpPr>
        <p:spPr>
          <a:xfrm>
            <a:off x="4686300" y="3641687"/>
            <a:ext cx="283209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"Analyze the main character motivations in [Book Title] and compare to modern social values"</a:t>
            </a:r>
            <a:endParaRPr lang="en-US" sz="1200" dirty="0"/>
          </a:p>
        </p:txBody>
      </p:sp>
      <p:sp>
        <p:nvSpPr>
          <p:cNvPr id="17" name="Shape 67"/>
          <p:cNvSpPr/>
          <p:nvPr/>
        </p:nvSpPr>
        <p:spPr>
          <a:xfrm>
            <a:off x="8163441" y="4961910"/>
            <a:ext cx="3164959" cy="1375390"/>
          </a:xfrm>
          <a:prstGeom prst="roundRect">
            <a:avLst>
              <a:gd name="adj" fmla="val 11645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18" name="Text 68"/>
          <p:cNvSpPr/>
          <p:nvPr/>
        </p:nvSpPr>
        <p:spPr>
          <a:xfrm>
            <a:off x="9072682" y="5156502"/>
            <a:ext cx="193821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 smtClean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9" name="Text 69"/>
          <p:cNvSpPr/>
          <p:nvPr/>
        </p:nvSpPr>
        <p:spPr>
          <a:xfrm>
            <a:off x="8292027" y="5439392"/>
            <a:ext cx="2907785" cy="61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"Summarize key economic trends affecting Gen Z spending patterns in 2026 with statistical evidence"</a:t>
            </a:r>
            <a:endParaRPr lang="en-US" sz="1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23" y="0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1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" y="0"/>
            <a:ext cx="12171164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905" y="0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4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45625" y="365125"/>
            <a:ext cx="4280535" cy="476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Modes Explained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5625" y="1047473"/>
            <a:ext cx="1053155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the right search mode to target the specific types of sources you need for your research.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645625" y="1367156"/>
            <a:ext cx="10531554" cy="915710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68485" y="1390016"/>
            <a:ext cx="610433" cy="869990"/>
          </a:xfrm>
          <a:prstGeom prst="roundRect">
            <a:avLst>
              <a:gd name="adj" fmla="val 18010"/>
            </a:avLst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855413" y="1681957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381550" y="1542535"/>
            <a:ext cx="1907858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81550" y="1842453"/>
            <a:ext cx="962025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Prioritizes peer-reviewed papers, academic journals, and scholarly publications from databases like PubMed, JSTOR, and arXiv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5625" y="2385497"/>
            <a:ext cx="10531554" cy="915710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8485" y="2408357"/>
            <a:ext cx="610433" cy="869990"/>
          </a:xfrm>
          <a:prstGeom prst="roundRect">
            <a:avLst>
              <a:gd name="adj" fmla="val 18010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855413" y="2700298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381550" y="2560876"/>
            <a:ext cx="1907858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81550" y="2860795"/>
            <a:ext cx="962025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General internet search that pulls from diverse sources including news sites, government publications, and organizational websites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5625" y="3403839"/>
            <a:ext cx="10531554" cy="915710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8485" y="3426699"/>
            <a:ext cx="610433" cy="869990"/>
          </a:xfrm>
          <a:prstGeom prst="roundRect">
            <a:avLst>
              <a:gd name="adj" fmla="val 1801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855413" y="3718640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381550" y="3579218"/>
            <a:ext cx="1907858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Wolfram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381550" y="3879136"/>
            <a:ext cx="962025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Uses Wolfram Alpha computational knowledge engine for math, science, engineering, and data analysis queries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5625" y="4422180"/>
            <a:ext cx="10531554" cy="915710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8485" y="4445040"/>
            <a:ext cx="610433" cy="869990"/>
          </a:xfrm>
          <a:prstGeom prst="roundRect">
            <a:avLst>
              <a:gd name="adj" fmla="val 18010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855413" y="4736981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381550" y="4597559"/>
            <a:ext cx="1907858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381550" y="4897478"/>
            <a:ext cx="962025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Searches video content and provides timestamped references to specific moments in educational videos and lectures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5625" y="5440522"/>
            <a:ext cx="10531554" cy="915710"/>
          </a:xfrm>
          <a:prstGeom prst="roundRect">
            <a:avLst>
              <a:gd name="adj" fmla="val 15001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68485" y="5463382"/>
            <a:ext cx="610433" cy="869990"/>
          </a:xfrm>
          <a:prstGeom prst="roundRect">
            <a:avLst>
              <a:gd name="adj" fmla="val 18010"/>
            </a:avLst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855413" y="5755323"/>
            <a:ext cx="22883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381550" y="5615901"/>
            <a:ext cx="1907858" cy="238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381550" y="5915819"/>
            <a:ext cx="962025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Explores Reddit discussions for community opinions, personal experiences, and crowdsourced knowledge sharing</a:t>
            </a:r>
            <a:endParaRPr lang="en-US" sz="12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323" y="17841"/>
            <a:ext cx="1691677" cy="8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2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850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Inter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EGC</dc:creator>
  <cp:lastModifiedBy>Bhuvaneswari S</cp:lastModifiedBy>
  <cp:revision>8</cp:revision>
  <dcterms:created xsi:type="dcterms:W3CDTF">2026-02-09T09:47:05Z</dcterms:created>
  <dcterms:modified xsi:type="dcterms:W3CDTF">2026-02-10T06:35:13Z</dcterms:modified>
</cp:coreProperties>
</file>